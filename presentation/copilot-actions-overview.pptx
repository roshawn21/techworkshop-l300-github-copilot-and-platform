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640080"/>
            <a:ext cx="822960" cy="822960"/>
          </a:xfrm>
          <a:prstGeom prst="roundRect">
            <a:avLst>
              <a:gd name="adj" fmla="val 45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03427" y="919886"/>
            <a:ext cx="98755" cy="131674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6" name="Shape 4"/>
          <p:cNvSpPr/>
          <p:nvPr/>
        </p:nvSpPr>
        <p:spPr>
          <a:xfrm>
            <a:off x="1100938" y="919886"/>
            <a:ext cx="98755" cy="131674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7" name="Text 5"/>
          <p:cNvSpPr/>
          <p:nvPr/>
        </p:nvSpPr>
        <p:spPr>
          <a:xfrm>
            <a:off x="1600200" y="65836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From Prompt to Production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</a:t>
            </a:r>
            <a:pPr indent="0" marL="0">
              <a:buNone/>
            </a:pPr>
            <a:r>
              <a:rPr lang="en-US" sz="3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+ </a:t>
            </a:r>
            <a:pPr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Actions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Today's demo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 Generate a CI workflow with a Copilot agent — in VS Code
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 Commit &amp; push to GitHub
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 Watch GitHub Actions build it live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371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A371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AI pair programmer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Context-aware AI across the developer workflow — from the editor to the pull request.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completions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Real-time, multi-line suggestions in your IDE.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Chat &amp; /commands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Explain, refactor, write tests, fix errors in context.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Delegate whole tasks — Copilot plans, edits files &amp; opens PRs.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Enterprise-ready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9224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Org policy, content exclusion, and security shift-left.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CI/CD, native to GitHub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Automate build, test, and deploy — triggered by events in your repo.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10896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2044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Workflow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8932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Jobs / Steps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6968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28116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Runner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YAML workflows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Versioned in .github/workflows — reviewed like any code.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Marketplace + runners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Thousands of reusable actions; hosted or self-hosted runners.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by design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Least-privilege GITHUB_TOKEN, OIDC, SHA-pinned actions.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tie-in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 writes the YAML — Actions runs it on every push.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GitHub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Prompt to Production: GitHub Copilot + Actions</dc:title>
  <dc:subject>PptxGenJS Presentation</dc:subject>
  <dc:creator>Interview Demo</dc:creator>
  <cp:lastModifiedBy>Interview Demo</cp:lastModifiedBy>
  <cp:revision>1</cp:revision>
  <dcterms:created xsi:type="dcterms:W3CDTF">2026-06-02T02:43:23Z</dcterms:created>
  <dcterms:modified xsi:type="dcterms:W3CDTF">2026-06-02T02:43:23Z</dcterms:modified>
</cp:coreProperties>
</file>