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pic>
        <p:nvPicPr>
          <p:cNvPr id="4" name="Image 0" descr="../Assets/github-copilot-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822960" cy="822960"/>
          </a:xfrm>
          <a:prstGeom prst="ellipse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658368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2103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From Prompt to Production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640080" y="2971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</a:t>
            </a:r>
            <a:pPr indent="0" marL="0">
              <a:buNone/>
            </a:pPr>
            <a:r>
              <a:rPr lang="en-US" sz="3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+ </a:t>
            </a:r>
            <a:pPr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Actions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40080" y="38404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58A6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Roshawn Reid
</a:t>
            </a:r>
            <a:endParaRPr lang="en-US" sz="2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Solution Engineer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we'll cover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691640" y="228600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20240" y="225856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20240" y="26974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AI pair programmer — completions, chat, and agents.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8A6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1691640" y="324612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321868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Customizing Copilot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920240" y="36576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primitives that ground Copilot in your repo and team.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1605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1691640" y="420624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20240" y="417880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Actions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920240" y="46177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CI/CD native to GitHub — events, workflows, runners.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1691640" y="516636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20240" y="513892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demo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920240" y="5577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a workflow with an agent, push it, watch it run.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371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A371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COPILOT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AI pair programmer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Context-aware AI across the developer workflow — from the editor to the pull request.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743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completions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21868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Real-time, multi-line suggestions in your IDE.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5603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743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Chat &amp; /commands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321868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Explain, refactor, write tests, fix errors in context.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4348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491032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Delegate whole tasks — Copilot plans, edits files &amp; opens PRs.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42519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4348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Enterprise-ready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92240" y="491032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Org policy, content exclusion, and security shift-left.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PRIMITIVES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Customizing Copilot for your repo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45720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3200400"/>
                <a:gridCol w="3383280"/>
              </a:tblGrid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Primitive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Primary Job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Where It Enters the Loop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Best Used For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Always-on Instructions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Base defaults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Team-wide conventions and stack choices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File-based Instructions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Scoped defaults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 for matching files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Path-specific rules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Prompts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Explicit task framing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User-invoked templates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Skills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Reusable procedure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 and decision support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Repeatable, discoverable workflows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Custom Agents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Persistent role and posture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 across a conversation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Reviewer, architect, deployer, mentor modes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MCP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External reach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Action selection and tool execution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APIs, databases, issue trackers, internal systems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Hooks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Enforcement and audit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Lifecycle boundaries around execution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Deny, inspect, log, or constrain risky actions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Memory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Learned repo knowledge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 and reasoning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Patterns hard to author but easy to observe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CI/CD, native to GitHub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Automate build, test, and deploy — triggered by events in your repo.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10896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2044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Workflow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8932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Jobs / Steps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6968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28116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Runner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39319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YAML workflows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Versioned in .github/workflows — reviewed like any code.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39319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Marketplace + runners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Thousands of reusable actions; hosted or self-hosted runners.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16636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by design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Least-privilege GITHUB_TOKEN, OIDC, SHA-pinned actions.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7920" y="516636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tie-in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Copilot writes the YAML — Actions runs it on every push.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GitHub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Prompt to Production: GitHub Copilot + Actions</dc:title>
  <dc:subject>PptxGenJS Presentation</dc:subject>
  <dc:creator>Interview Demo</dc:creator>
  <cp:lastModifiedBy>Interview Demo</cp:lastModifiedBy>
  <cp:revision>1</cp:revision>
  <dcterms:created xsi:type="dcterms:W3CDTF">2026-06-02T03:27:17Z</dcterms:created>
  <dcterms:modified xsi:type="dcterms:W3CDTF">2026-06-02T03:27:17Z</dcterms:modified>
</cp:coreProperties>
</file>