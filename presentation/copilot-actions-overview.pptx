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03427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1100938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65836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Prompt to Production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</a:t>
            </a:r>
            <a:pPr indent="0" marL="0">
              <a:buNone/>
            </a:pPr>
            <a:r>
              <a:rPr lang="en-US" sz="3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</a:t>
            </a:r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4206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Roshawn Reid
</a:t>
            </a:r>
            <a:endParaRPr lang="en-US" sz="2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Solution Engineer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we'll cover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691640" y="228600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0240" y="22585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20240" y="2697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 — completions, chat, and agents.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691640" y="324612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21868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920240" y="36576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primitives that ground Copilot in your repo and team.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1691640" y="420624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1788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920240" y="46177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 native to GitHub — events, workflows, runners.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1691640" y="516636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51389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920240" y="5577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a workflow with an agent, push it, watch it run.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37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Context-aware AI across the developer workflow — from the editor to the pull request.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completions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Real-time, multi-line suggestions in your IDE.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&amp; /commands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Explain, refactor, write tests, fix errors in context.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Delegate whole tasks — Copilot plans, edits files &amp; opens PRs.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Enterprise-ready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 policy, content exclusion, and security shift-left.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PRIMITIVES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 for your repo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5720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3200400"/>
                <a:gridCol w="338328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Primitive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Primary Job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Where It Enters the Loop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Best Used For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Always-on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Base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Team-wide conventions and stack choices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File-based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Scoped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for matching files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Path-specific rules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Prompts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Explicit task framing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User-invoked templates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Skills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Reusable procedure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and decision support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Repeatable, discoverable workflows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 Agents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Persistent role and posture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across a conversation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Reviewer, architect, deployer, mentor modes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MCP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External reach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Action selection and tool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APIs, databases, issue trackers, internal systems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Hooks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Enforcement and audit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Lifecycle boundaries around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Deny, inspect, log, or constrain risky actions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Memory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Learned repo knowledge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and reasoning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Patterns hard to author but easy to observe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CI/CD, native to GitHub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 build, test, and deploy — triggered by events in your repo.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8932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Jobs / Steps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28116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Runner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YAML workflows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Versioned in .github/workflows — reviewed like any code.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Marketplace + runners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Thousands of reusable actions; hosted or self-hosted runners.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by design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Least-privilege GITHUB_TOKEN, OIDC, SHA-pinned actions.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tie-in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 writes the YAML — Actions runs it on every push.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GitHub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 to Production: GitHub Copilot + Actions</dc:title>
  <dc:subject>PptxGenJS Presentation</dc:subject>
  <dc:creator>Interview Demo</dc:creator>
  <cp:lastModifiedBy>Interview Demo</cp:lastModifiedBy>
  <cp:revision>1</cp:revision>
  <dcterms:created xsi:type="dcterms:W3CDTF">2026-06-02T03:15:39Z</dcterms:created>
  <dcterms:modified xsi:type="dcterms:W3CDTF">2026-06-02T03:15:39Z</dcterms:modified>
</cp:coreProperties>
</file>