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+ GitHub Actions  ·  Live Demo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03427" y="919886"/>
            <a:ext cx="98755" cy="131674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1100938" y="919886"/>
            <a:ext cx="98755" cy="131674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6583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Prompt to Production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</a:t>
            </a:r>
            <a:pPr indent="0" marL="0">
              <a:buNone/>
            </a:pPr>
            <a:r>
              <a:rPr lang="en-US" sz="3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</a:t>
            </a:r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Actions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Roshawn Reid
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 Engineer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+ GitHub Actions  · 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691640" y="2286000"/>
            <a:ext cx="0" cy="7315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2585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697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AI pair programmer — completions, chat, and agents.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691640" y="3246120"/>
            <a:ext cx="0" cy="7315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2186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Customizing Copilot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primitives that ground Copilot in your repo and team.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1691640" y="4206240"/>
            <a:ext cx="0" cy="7315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178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CI/CD native to GitHub — events, workflows, runners.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691640" y="5166360"/>
            <a:ext cx="0" cy="7315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5138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577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a workflow with an agent, push it, watch it run.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+ GitHub Actions  · 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COPILOT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AI pair programmer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Context-aware AI across the developer workflow — from the editor to the pull request.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completions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Real-time, multi-line suggestions in your 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&amp; /commands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2186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Explain, refactor, write tests, fix errors in context.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Delegate whole tasks — Copilot plans, edits files &amp; opens PRs.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71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Enterprise-ready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49103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 policy, content exclusion, and security shift-left.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+ GitHub Actions  · 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PRIMITIVES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Customizing Copilot for your repo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3200400"/>
                <a:gridCol w="338328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Primitive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Primary Job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Where It Enters the Loop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Best Used For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Always-on Instructions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Base defaults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Context assembly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Team-wide conventions and stack choices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File-based Instructions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Scoped defaults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Context assembly for matching files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Path-specific rules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Prompts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Explicit task framing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shaping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User-invoked templates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Reusable procedure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shaping and decision support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Repeatable, discoverable workflows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 Agents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Persistent role and posture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shaping across a conversation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Reviewer, architect, deployer, mentor modes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External reach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Action selection and tool execution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APIs, databases, issue trackers, internal systems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Hooks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Enforcement and audit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Lifecycle boundaries around execution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Deny, inspect, log, or constrain risky actions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Learned repo knowledge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Context assembly and reasoning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Patterns hard to author but easy to observe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 + GitHub Actions  · 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CI/CD, native to GitHub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 build, test, and deploy — triggered by events in your repo.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65176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26517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651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9320" y="265176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26517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51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Jobs /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0" y="265176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81160" y="26517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651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YAML workflows  —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Versioned in .github/workflows — reviewed like any code.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Marketplace + runners  —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Thousands of reusable actions; hosted or self-hosted runners.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by design  —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Least-privilege GITHUB_TOKEN, OIDC, SHA-pinned actions.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51663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tie-in  —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Copilot writes the YAML — Actions runs it on every push.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GitHub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Production: GitHub Copilot + Actions</dc:title>
  <dc:subject>PptxGenJS Presentation</dc:subject>
  <dc:creator>Interview Demo</dc:creator>
  <cp:lastModifiedBy>Interview Demo</cp:lastModifiedBy>
  <cp:revision>1</cp:revision>
  <dcterms:created xsi:type="dcterms:W3CDTF">2026-06-02T03:17:43Z</dcterms:created>
  <dcterms:modified xsi:type="dcterms:W3CDTF">2026-06-02T03:17:43Z</dcterms:modified>
</cp:coreProperties>
</file>