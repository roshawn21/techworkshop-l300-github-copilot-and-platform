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3427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1100938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6583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Today's demo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Generate a CI workflow with a Copilot agent — in VS Code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Commit &amp; push to GitHub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Watch GitHub Actions build it live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58064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18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2026-06-02T03:11:01Z</dcterms:created>
  <dcterms:modified xsi:type="dcterms:W3CDTF">2026-06-02T03:11:01Z</dcterms:modified>
</cp:coreProperties>
</file>