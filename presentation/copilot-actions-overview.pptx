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pic>
        <p:nvPicPr>
          <p:cNvPr id="4" name="Image 0" descr="../Assets/github-copilo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76656"/>
            <a:ext cx="868680" cy="704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45920" y="658368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2103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From Prompt to Production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640080" y="2971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</a:t>
            </a:r>
            <a:pPr indent="0" marL="0">
              <a:buNone/>
            </a:pPr>
            <a:r>
              <a:rPr lang="en-US" sz="3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+ </a:t>
            </a:r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0080" y="384048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Roshawn Reid
</a:t>
            </a:r>
            <a:endParaRPr lang="en-US" sz="20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Solution Engineer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we'll cover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691640" y="2194560"/>
            <a:ext cx="0" cy="658368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0240" y="214884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920240" y="2551176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 — completions, chat, and agents.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301752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691640" y="3063240"/>
            <a:ext cx="0" cy="658368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301752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920240" y="3419856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primitives that ground Copilot in your repo and team.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886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1691640" y="3931920"/>
            <a:ext cx="0" cy="658368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20240" y="388620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Actions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920240" y="4288536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 native to GitHub — events, workflows, runners.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47548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04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1691640" y="4800600"/>
            <a:ext cx="0" cy="658368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0240" y="4754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Agentic Workflows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920240" y="5157216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AI — automation that opens issues &amp; PRs on its own.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0080" y="56235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05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1691640" y="5669280"/>
            <a:ext cx="0" cy="658368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562356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demo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1920240" y="6025896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 writes CI, push it, watch Actions run + an agentic workflow.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37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A371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Your AI pair programmer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Context-aware AI across the developer workflow — from the editor to the pull request.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completions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Real-time, multi-line suggestions in your IDE.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25603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&amp; /commands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321868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Explain, refactor, write tests, fix errors in context.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Delegate whole tasks — Copilot plans, edits files &amp; opens PRs.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2519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44348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Enterprise-ready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4910328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Org policy, content exclusion, and security shift-left.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PRIMITIVES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Customizing Copilot for your repo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45720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3200400"/>
                <a:gridCol w="3383280"/>
              </a:tblGrid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Primitive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Primary Job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Where It Enters the Loop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D1117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Best Used For</a:t>
                      </a:r>
                      <a:endParaRPr lang="en-US" sz="12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8A6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Always-on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Base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Team-wide conventions and stack choices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File-based Instructions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Scoped defaults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for matching files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Path-specific rules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Prompts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Explicit task framing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User-invoked templates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Skills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Reusable procedure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and decision support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Repeatable, discoverable workflows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Custom Agents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Persistent role and posture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Task shaping across a conversation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Reviewer, architect, deployer, mentor modes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MCP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External reach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Action selection and tool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APIs, databases, issue trackers, internal systems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Hooks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Enforcement and audit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Lifecycle boundaries around execution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Deny, inspect, log, or constrain risky actions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58A6F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Memory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Learned repo knowledge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Context assembly and reasoning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6EDF3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Patterns hard to author but easy to observe</a:t>
                      </a:r>
                      <a:endParaRPr lang="en-US" sz="11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CI/CD, native to GitHub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Automate build, test, and deploy — triggered by events in your repo.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0896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Workflow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8932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Jobs / Steps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869680" y="2651760"/>
            <a:ext cx="411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281160" y="2651760"/>
            <a:ext cx="2468880" cy="868680"/>
          </a:xfrm>
          <a:prstGeom prst="roundRect">
            <a:avLst>
              <a:gd name="adj" fmla="val 1263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2651760"/>
            <a:ext cx="24688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Runner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YAML workflows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Versioned in .github/workflows — reviewed like any code.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3931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Marketplace + runners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Thousands of reusable actions; hosted or self-hosted runners.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by design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Least-privilege GITHUB_TOKEN, OIDC, SHA-pinned actions.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16636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FB95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tie-in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Copilot writes the YAML — Actions runs it on every push.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371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GitHub Copilot + GitHub Actions  ·  Live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54864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A371F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Agentic Workflows — Continuous AI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same repo knowledge, running in Actions when no one is at the editor.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2514600" cy="82296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A371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60604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Trigger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154680" y="2606040"/>
            <a:ext cx="3840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38728" y="2606040"/>
            <a:ext cx="2514600" cy="82296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A371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84448" y="260604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 (read-only)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053328" y="2606040"/>
            <a:ext cx="3840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37376" y="2606040"/>
            <a:ext cx="2514600" cy="82296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A37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83096" y="260604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Safe outputs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951976" y="2606040"/>
            <a:ext cx="38404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36024" y="2606040"/>
            <a:ext cx="2514600" cy="82296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A371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81744" y="260604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Issue / PR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38404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Markdown + frontmatter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.md file in .github/workflows: YAML config + plain-English task.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38404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Safe outputs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 runs read-only; a separate job opens the issue/PR it requests.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074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Good fits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Triage, status reports, docs drift, test gaps, routine repo hygiene.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17920" y="50749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A371F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This demo  —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scheduled CI Health report that opens an issue — automatically.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GitHub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Prompt to Production: GitHub Copilot + Actions</dc:title>
  <dc:subject>PptxGenJS Presentation</dc:subject>
  <dc:creator>Interview Demo</dc:creator>
  <cp:lastModifiedBy>Interview Demo</cp:lastModifiedBy>
  <cp:revision>1</cp:revision>
  <dcterms:created xsi:type="dcterms:W3CDTF">2026-06-03T01:40:25Z</dcterms:created>
  <dcterms:modified xsi:type="dcterms:W3CDTF">2026-06-03T01:40:25Z</dcterms:modified>
</cp:coreProperties>
</file>